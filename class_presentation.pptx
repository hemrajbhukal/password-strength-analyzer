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4E79"/>
                </a:solidFill>
              </a:defRPr>
            </a:pPr>
            <a:r>
              <a:t>Password Strength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Introduction to Analysis of Algorithms</a:t>
            </a:r>
          </a:p>
          <a:p>
            <a:pPr algn="ctr">
              <a:defRPr sz="1600"/>
            </a:pPr>
            <a:r>
              <a:t>B.Tech CSE | Python 3</a:t>
            </a:r>
          </a:p>
          <a:p>
            <a:pPr algn="ctr">
              <a:defRPr sz="1600"/>
            </a:pPr>
            <a:r>
              <a:t>Five-member group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Short and predictable passwords can be easier to guess.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The tool identifies basic weaknesses and provides understandable feedback.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The project demonstrates algorithm design and analysis.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The score is educational, not a security guarantee.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Password Strength Analyzer | B.Tech CSE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Inspect length and character variety.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Flag a small list of common passwords and simple patterns.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Generate score, rating, and suggestions.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Analyze time and auxiliary-space complexity.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Measure runtime using synthetic sample strings.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Password Strength Analyzer | B.Tech CSE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1. Read a sample password.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2. Check length and character classes.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3. Check common passwords and simple patterns.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4. Apply scoring rules and assign a rating.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5. Estimate pool size and rough entropy.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6. Display results and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Password Strength Analyzer | B.Tech CSE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Checks Performed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Length thresholds: 8, 12, and 16 characters.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Lowercase, uppercase, digits, symbols, whitespace.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Small common-password set.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Simple repeated-character and sequence patterns.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Feedback is generated for failed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Password Strength Analyzer | B.Tech CSE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INPUT password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checks = evaluate length, character classes, common list, and patterns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score = sum weights for passed rules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score = MIN(score, 100)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rating = map score to label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entropy = length × log₂(pool), if pool &gt; 0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OUTPUT score, rating, checks, and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Password Strength Analyzer | B.Tech CSE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Complexity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Let n be the password length.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A fixed number of character scans gives O(n) time.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Scoring and rating mapping take O(1) time.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Overall time complexity: O(n).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Auxiliary space: O(1), excluding input/output.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Fixed pattern regexes are simple; regex worst cases depend on pattern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Password Strength Analyzer | B.Tech CSE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Benchmark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Synthetic input lengths: 8, 16, 32, 64, 128, 256, 512, 1024.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Run `python3 benchmark.py` to generate measurements.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Runtime depends on hardware and system load.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Use the graph as experimental evidence, not as a replacement for Big-O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Password Strength Analyzer | B.Tech CSE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Testing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Four unit tests passed during this build.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The common-password list is small.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Entropy assumes independent random character choices.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The tool does not check breached-password databases.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Never enter a real account password during a classroom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Password Strength Analyzer | B.Tech CSE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Division of Work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Member 1: Algorithm design and pseudocode.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Member 2: Python implementation.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Member 3: Complexity and benchmarking.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Member 4: Testing and results.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Member 5: Report and presentation coordination.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</a:defRPr>
            </a:pPr>
            <a:r>
              <a:t>• All members should understand the whole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Password Strength Analyzer | B.Tech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